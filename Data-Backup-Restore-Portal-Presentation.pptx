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914400"/>
            <a:ext cx="9994392" cy="5029200"/>
          </a:xfrm>
          <a:prstGeom prst="roundRect">
            <a:avLst>
              <a:gd name="adj" fmla="val 254545"/>
            </a:avLst>
          </a:prstGeom>
          <a:solidFill>
            <a:srgbClr val="1A2332"/>
          </a:solidFill>
          <a:ln w="19050">
            <a:solidFill>
              <a:srgbClr val="2D3A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914400"/>
            <a:ext cx="9994392" cy="109728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1645920"/>
            <a:ext cx="85313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BACKUP &amp; RESTORE PORTAL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828800" y="2743200"/>
            <a:ext cx="85313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Platformë Web për Backup Automatik të SQL Server në Azure Cloud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0" y="3566160"/>
            <a:ext cx="2130552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3840480"/>
            <a:ext cx="8531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Lënda: Cloud Computing &amp; MCC</a:t>
            </a:r>
            <a:endParaRPr lang="en-US" sz="15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25 — Menaxhimi i Backup-eve në Cloud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828800" y="5029200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Visar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74320"/>
            <a:ext cx="11274552" cy="822960"/>
          </a:xfrm>
          <a:prstGeom prst="roundRect">
            <a:avLst>
              <a:gd name="adj" fmla="val 666667"/>
            </a:avLst>
          </a:prstGeom>
          <a:solidFill>
            <a:srgbClr val="1A2332"/>
          </a:solidFill>
          <a:ln w="6350">
            <a:solidFill>
              <a:srgbClr val="2D3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Qëllimi i Projektit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515600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Krijimi i një platforme web që automatizon backup-in e databazave SQL Server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Sistemi garanton që të dhënat janë të SIGURTA, të AKSESUESHME dhe të RIKUPERUESHME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në rast dështimi të serverit lokal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Backup-et ruhen në Azure Cloud — jo në serverin lokal (Stateless Design)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live: Me një klikim, e gjithë databaza ruhet në Cloud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Backup &amp; Restore Portal — Cloud &amp; MCC — Tema 25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74320"/>
            <a:ext cx="11274552" cy="822960"/>
          </a:xfrm>
          <a:prstGeom prst="roundRect">
            <a:avLst>
              <a:gd name="adj" fmla="val 666667"/>
            </a:avLst>
          </a:prstGeom>
          <a:solidFill>
            <a:srgbClr val="1A2332"/>
          </a:solidFill>
          <a:ln w="12700">
            <a:solidFill>
              <a:srgbClr val="2D3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Teknologjitë e Përdorura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303520" cy="1097280"/>
          </a:xfrm>
          <a:prstGeom prst="roundRect">
            <a:avLst>
              <a:gd name="adj" fmla="val 666667"/>
            </a:avLst>
          </a:prstGeom>
          <a:solidFill>
            <a:srgbClr val="1A2332"/>
          </a:solidFill>
          <a:ln w="10160">
            <a:solidFill>
              <a:srgbClr val="2D3A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54864" cy="1097280"/>
          </a:xfrm>
          <a:prstGeom prst="round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554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 —  React.js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Ndërfaqja vizuale, dashboard-i, tabelat, butonat, statuset me ngjyra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788920"/>
            <a:ext cx="5303520" cy="1097280"/>
          </a:xfrm>
          <a:prstGeom prst="roundRect">
            <a:avLst>
              <a:gd name="adj" fmla="val 666667"/>
            </a:avLst>
          </a:prstGeom>
          <a:solidFill>
            <a:srgbClr val="1A2332"/>
          </a:solidFill>
          <a:ln w="10160">
            <a:solidFill>
              <a:srgbClr val="2D3A4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2788920"/>
            <a:ext cx="54864" cy="1097280"/>
          </a:xfrm>
          <a:prstGeom prst="roundRect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880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 —  Node.js + Express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32461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Serveri API, ekzekutimi i komandave BACKUP/RESTORE, Azure upload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5303520" cy="1097280"/>
          </a:xfrm>
          <a:prstGeom prst="roundRect">
            <a:avLst>
              <a:gd name="adj" fmla="val 666667"/>
            </a:avLst>
          </a:prstGeom>
          <a:solidFill>
            <a:srgbClr val="1A2332"/>
          </a:solidFill>
          <a:ln w="10160">
            <a:solidFill>
              <a:srgbClr val="2D3A4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4114800"/>
            <a:ext cx="54864" cy="1097280"/>
          </a:xfrm>
          <a:prstGeom prst="round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06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 —  SQL Server 2022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45720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Burimi i të dhënave që backup-ohet (MyCompanyDB, BiznesDB, etj.)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5440680"/>
            <a:ext cx="5303520" cy="1097280"/>
          </a:xfrm>
          <a:prstGeom prst="roundRect">
            <a:avLst>
              <a:gd name="adj" fmla="val 666667"/>
            </a:avLst>
          </a:prstGeom>
          <a:solidFill>
            <a:srgbClr val="1A2332"/>
          </a:solidFill>
          <a:ln w="10160">
            <a:solidFill>
              <a:srgbClr val="2D3A4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5440680"/>
            <a:ext cx="54864" cy="1097280"/>
          </a:xfrm>
          <a:prstGeom prst="round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5532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 —  Azure Blob Storage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37960" y="58978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Ruajtja e sigurt e skedarëve .bak në Cloud me enkriptim at-rest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Backup &amp; Restore Portal — Cloud &amp; MCC — Tema 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74320"/>
            <a:ext cx="11274552" cy="822960"/>
          </a:xfrm>
          <a:prstGeom prst="roundRect">
            <a:avLst>
              <a:gd name="adj" fmla="val 666667"/>
            </a:avLst>
          </a:prstGeom>
          <a:solidFill>
            <a:srgbClr val="1A2332"/>
          </a:solidFill>
          <a:ln w="12700">
            <a:solidFill>
              <a:srgbClr val="2D3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Arkitektura e Sistemit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097280" y="1645920"/>
            <a:ext cx="2743200" cy="1280160"/>
          </a:xfrm>
          <a:prstGeom prst="roundRect">
            <a:avLst>
              <a:gd name="adj" fmla="val 714286"/>
            </a:avLst>
          </a:prstGeom>
          <a:solidFill>
            <a:srgbClr val="1A2332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828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2286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Dashboard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localhost:5000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645920"/>
            <a:ext cx="2743200" cy="1280160"/>
          </a:xfrm>
          <a:prstGeom prst="roundRect">
            <a:avLst>
              <a:gd name="adj" fmla="val 714286"/>
            </a:avLst>
          </a:prstGeom>
          <a:solidFill>
            <a:srgbClr val="1A2332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828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Backend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2286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API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5000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12480" y="1645920"/>
            <a:ext cx="2743200" cy="1280160"/>
          </a:xfrm>
          <a:prstGeom prst="roundRect">
            <a:avLst>
              <a:gd name="adj" fmla="val 714286"/>
            </a:avLst>
          </a:prstGeom>
          <a:solidFill>
            <a:srgbClr val="1A2332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1828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12480" y="2286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Engine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1433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3840480"/>
            <a:ext cx="2743200" cy="1280160"/>
          </a:xfrm>
          <a:prstGeom prst="roundRect">
            <a:avLst>
              <a:gd name="adj" fmla="val 714286"/>
            </a:avLst>
          </a:prstGeom>
          <a:solidFill>
            <a:srgbClr val="1A2332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40233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Blob Storage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54880" y="4480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Storage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.bak files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71600" y="3108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Kliko Create Backup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3108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DATABASE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3657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.bak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Backup &amp; Restore Portal — Cloud &amp; MCC — Tema 25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74320"/>
            <a:ext cx="11274552" cy="822960"/>
          </a:xfrm>
          <a:prstGeom prst="roundRect">
            <a:avLst>
              <a:gd name="adj" fmla="val 666667"/>
            </a:avLst>
          </a:prstGeom>
          <a:solidFill>
            <a:srgbClr val="1A2332"/>
          </a:solidFill>
          <a:ln w="6350">
            <a:solidFill>
              <a:srgbClr val="2D3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Funksionon — Rrjedha e Punës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515600" cy="4608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Përdoruesi klikon 'Create Backup' në dashboard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Backend-i (Node.js) lidhet me SQL Server dhe ekzekuton: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BACKUP DATABASE [EmriDB] TO DISK = N'...file.bak'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Skedari .bak gjenerohet dhe ruhet përkohësisht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Backend-i ngarkon skedarin në Azure Blob Storage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Skedari lokal FSHIhet — kursen hapësirë (Stateless Backend)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Detajet e backup-it regjistrohen në databazë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Backup &amp; Restore Portal — Cloud &amp; MCC — Tema 25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74320"/>
            <a:ext cx="11274552" cy="822960"/>
          </a:xfrm>
          <a:prstGeom prst="roundRect">
            <a:avLst>
              <a:gd name="adj" fmla="val 666667"/>
            </a:avLst>
          </a:prstGeom>
          <a:solidFill>
            <a:srgbClr val="1A2332"/>
          </a:solidFill>
          <a:ln w="6350">
            <a:solidFill>
              <a:srgbClr val="2D3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Funksioni 1 — Krijo Backup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515600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Kliko butonin 'Create Backup' për të gjeneruar një backup të plotë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Shkruaj emrin e databazës (ose lër bosh për vlerën default)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Backend-i ekzekuton: BACKUP DATABASE WITH COMPRESSION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Spinner-i tregon progresin gjatë backup-it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Rezultati: Status 'Success' (jeshil) ose 'Failed' (kuq)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Backup &amp; Restore Portal — Cloud &amp; MCC — Tema 25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74320"/>
            <a:ext cx="11274552" cy="822960"/>
          </a:xfrm>
          <a:prstGeom prst="roundRect">
            <a:avLst>
              <a:gd name="adj" fmla="val 666667"/>
            </a:avLst>
          </a:prstGeom>
          <a:solidFill>
            <a:srgbClr val="1A2332"/>
          </a:solidFill>
          <a:ln w="6350">
            <a:solidFill>
              <a:srgbClr val="2D3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Funksioni 2 — Sinkronizimi me Azure Cloud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515600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Pasi skedari .bak është gati, ngarkohet AUTOMATIKISHT në Azure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Blob Storage ruan skedarët me enkriptim (at-rest encryption)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ngarkimit, skedari lokal FSHIhet — kursen hapësirë në disk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Gjenerohet SAS Token (Secure Access Signature) për shkarkim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SAS Token skadon pas 2 orësh — SIGURI E LARTË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Backup &amp; Restore Portal — Cloud &amp; MCC — Tema 25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74320"/>
            <a:ext cx="11274552" cy="822960"/>
          </a:xfrm>
          <a:prstGeom prst="roundRect">
            <a:avLst>
              <a:gd name="adj" fmla="val 666667"/>
            </a:avLst>
          </a:prstGeom>
          <a:solidFill>
            <a:srgbClr val="1A2332"/>
          </a:solidFill>
          <a:ln w="6350">
            <a:solidFill>
              <a:srgbClr val="2D3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Funksioni 3 — Shkarko dhe Restauro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515600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SHKARKO (Download):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Kliko 'Download' — gjenerohet SAS URL e sigurt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Hapet skedari .bak direkt nga Azure (ose lokal nëse s'ka Cloud)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RESTAURO (Restore):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Kliko 'Restore' — simulon rikuperimin e të dhënave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Backend-i shkarkon skedarin dhe ekzekuton: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RESTORE DATABASE [TestDB] FROM DISK = N'file.bak'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VERIFIKON që backup-i është valid dhe i pakorruptuar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Backup &amp; Restore Portal — Cloud &amp; MCC — Tema 25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74320"/>
            <a:ext cx="11274552" cy="822960"/>
          </a:xfrm>
          <a:prstGeom prst="roundRect">
            <a:avLst>
              <a:gd name="adj" fmla="val 666667"/>
            </a:avLst>
          </a:prstGeom>
          <a:solidFill>
            <a:srgbClr val="1A2332"/>
          </a:solidFill>
          <a:ln w="6350">
            <a:solidFill>
              <a:srgbClr val="2D3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Funksioni 4 — Dashboard dhe Monitorimi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515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Tabelë dinamike që tregon TË GJITHA backup-et e realizuara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Kolonat: Emri i skedarit, Databaza, Madhësia, Statusi, Data, Veprimet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Statuset me ngjyra: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Success = JESHIL  |  Failed = KUQ  |  Pending = VERDHË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Veprimet: Download (link i sigurt), Restore (verifiko), Delete (fshij)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rifreskohet vetë pas krijimit të një backup-i të ri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Backup &amp; Restore Portal — Cloud &amp; MCC — Tema 25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74320"/>
            <a:ext cx="11274552" cy="822960"/>
          </a:xfrm>
          <a:prstGeom prst="roundRect">
            <a:avLst>
              <a:gd name="adj" fmla="val 666667"/>
            </a:avLst>
          </a:prstGeom>
          <a:solidFill>
            <a:srgbClr val="1A2332"/>
          </a:solidFill>
          <a:ln w="6350">
            <a:solidFill>
              <a:srgbClr val="2D3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Siguria — Security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515600" cy="4224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ENVIRONMENT VARIABLES (.env)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Të gjitha kredencialet ruhen në .env — kurrë në kod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.env është në .gitignore — nuk publikohet në GitHub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AZURE ENCRYPTION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Skedarët në Azure janë të enkriptuar (at-rest)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Qasja kontrollohet përmes Access Keys private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SAS TOKENS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Shkarkimet përdorin SAS tokens me afat skadimi (2 orë)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Pa qasje publike — vetëm përdoruesi i autorizuar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Backup &amp; Restore Portal — Cloud &amp; MCC — Tema 25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74320"/>
            <a:ext cx="11274552" cy="822960"/>
          </a:xfrm>
          <a:prstGeom prst="roundRect">
            <a:avLst>
              <a:gd name="adj" fmla="val 666667"/>
            </a:avLst>
          </a:prstGeom>
          <a:solidFill>
            <a:srgbClr val="1A2332"/>
          </a:solidFill>
          <a:ln w="6350">
            <a:solidFill>
              <a:srgbClr val="2D3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 Azure — Si Funksionon Zëvendësimi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515600" cy="6528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Nëse Azure NUK është konfiguruar, sistemi funksionon njësoj: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Backend-i ruan skedarin .bak në: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backend/temp/ (dosje lokale në laptop)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Të GJITHA funksionet mbeten të njëjta: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✓ Create Backup — gjeneron .bak dhe e ruan në temp/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✓ Download — shkarkon skedarin nga temp/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✓ Restore — merr skedarin nga temp/ dhe restauron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✓ Delete — fshin skedarin nga temp/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Dallimi i vetëm: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 Azure → .bak shkon në Cloud + fshihet nga temp/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Pa Azure  → .bak mbetet në temp/ për shkarkim lokal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Kjo quhet 'Stateless Design' — asnjë skedar nuk mbetet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në backend pasi përpunohet (nëse Cloud është aktiv)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Backup &amp; Restore Portal — Cloud &amp; MCC — Tema 25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74320"/>
            <a:ext cx="11274552" cy="822960"/>
          </a:xfrm>
          <a:prstGeom prst="roundRect">
            <a:avLst>
              <a:gd name="adj" fmla="val 666667"/>
            </a:avLst>
          </a:prstGeom>
          <a:solidFill>
            <a:srgbClr val="1A2332"/>
          </a:solidFill>
          <a:ln w="6350">
            <a:solidFill>
              <a:srgbClr val="2D3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Databazat dhe Tabelat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515600" cy="4224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backup_history (në çdo databazë që backup-oni):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Ruan historikun: file_name, database_name, file_size_mb,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cloud_url, sas_url, status, error_message, created_at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MyCompanyDB — Tabela Employees: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Id, Name, Position, Salary — të dhëna biznesi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BiznesDB — Tabela Kliente: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Id, Emri, Email, Qyteti — të dhëna klientësh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 të krijoni ÇDO databazë dhe ta backup-oni nga portali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Backup &amp; Restore Portal — Cloud &amp; MCC — Tema 25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74320"/>
            <a:ext cx="11274552" cy="822960"/>
          </a:xfrm>
          <a:prstGeom prst="roundRect">
            <a:avLst>
              <a:gd name="adj" fmla="val 666667"/>
            </a:avLst>
          </a:prstGeom>
          <a:solidFill>
            <a:srgbClr val="1A2332"/>
          </a:solidFill>
          <a:ln w="6350">
            <a:solidFill>
              <a:srgbClr val="2D3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Live — Hapat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515600" cy="4992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Hap browser → http://localhost:5000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Shkruaj emrin e databazës (p.sh. BiznesDB)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Kliko 'Create Backup' — vëzhgo spinner-in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Backup-i i ri shfaqet në listë me badge JESHIL 'Success'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Kliko 'Download' — hapet link i sigurt për shkarkim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Kliko 'Restore' — konfirmon restaurimin në DB testuese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Kliko 'Delete' — fshin backup-in nga lista dhe storage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Backup &amp; Restore Portal — Cloud &amp; MCC — Tema 25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74320"/>
            <a:ext cx="11274552" cy="822960"/>
          </a:xfrm>
          <a:prstGeom prst="roundRect">
            <a:avLst>
              <a:gd name="adj" fmla="val 666667"/>
            </a:avLst>
          </a:prstGeom>
          <a:solidFill>
            <a:srgbClr val="1A2332"/>
          </a:solidFill>
          <a:ln w="6350">
            <a:solidFill>
              <a:srgbClr val="2D3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Struktura e Projektit (File Tree)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10515600" cy="4114800"/>
          </a:xfrm>
          <a:prstGeom prst="roundRect">
            <a:avLst>
              <a:gd name="adj" fmla="val 133333"/>
            </a:avLst>
          </a:prstGeom>
          <a:solidFill>
            <a:srgbClr val="0F172A"/>
          </a:solidFill>
          <a:ln w="6350">
            <a:solidFill>
              <a:srgbClr val="2D3A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417320"/>
            <a:ext cx="987552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ArbenLilaProjekt/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backend/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server.js           ← Serveri Express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.env                ← Kredencialet (Azure, SQL)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config/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db.js           ← Lidhja me SQL Server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azure.js        ← Azure Blob Storage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routes/backup.js    ← API Endpoints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controllers/       ← Logjika e backup/restore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models/            ← Modelet e databazës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frontend/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src/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App.js          ← Komponenti kryesor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components/     ← UI: Navbar, Dashboard, List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services/api.js ← Lidhja me backend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styles/         ← CSS (dark mode)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.gitignore              ← Fsheh .env nga GitHub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Data-Backup-Restore-Portal-Presentation.pptx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Backup &amp; Restore Portal — Cloud &amp; MCC — Tema 25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74320"/>
            <a:ext cx="11274552" cy="822960"/>
          </a:xfrm>
          <a:prstGeom prst="roundRect">
            <a:avLst>
              <a:gd name="adj" fmla="val 666667"/>
            </a:avLst>
          </a:prstGeom>
          <a:solidFill>
            <a:srgbClr val="1A2332"/>
          </a:solidFill>
          <a:ln w="6350">
            <a:solidFill>
              <a:srgbClr val="2D3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ta Ekzekutojmë Projektin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Kushtet paraprake: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1051560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i instaluar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 i instaluar dhe duke punuar (porta 1433 TCP/IP)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(Opsionale) Azure Storage Account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255264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Hapat: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803904"/>
            <a:ext cx="10515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Konfiguro backend/.env me kredencialet e tua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Hap terminalin e parë: cd backend → npm start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Hap terminalin e dytë: cd frontend → npm start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Hap browser: http://localhost:5000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Kliko 'Create Backup' — dhe funksionon!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Backup &amp; Restore Portal — Cloud &amp; MCC — Tema 25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1097280"/>
            <a:ext cx="9445752" cy="4663440"/>
          </a:xfrm>
          <a:prstGeom prst="roundRect">
            <a:avLst>
              <a:gd name="adj" fmla="val 274510"/>
            </a:avLst>
          </a:prstGeom>
          <a:solidFill>
            <a:srgbClr val="1A2332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097280"/>
            <a:ext cx="9445752" cy="9144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1828800"/>
            <a:ext cx="85313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Faleminderit!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828800" y="3017520"/>
            <a:ext cx="8531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 një klikim, sigurojmë të gjithë databazën në Azure Cloud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0" y="3749040"/>
            <a:ext cx="2130552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4023360"/>
            <a:ext cx="8531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Computing &amp; Menaxhimi i Sistemeve të Shpërndara</a:t>
            </a:r>
            <a:endParaRPr lang="en-US" sz="14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25 — Data Backup and Restore Portal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28800" y="5029200"/>
            <a:ext cx="8531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Pyetje?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2026-05-27T21:14:58Z</dcterms:created>
  <dcterms:modified xsi:type="dcterms:W3CDTF">2026-05-27T21:14:58Z</dcterms:modified>
</cp:coreProperties>
</file>